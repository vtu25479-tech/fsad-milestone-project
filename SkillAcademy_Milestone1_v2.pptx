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DD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280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189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275320" y="164592"/>
            <a:ext cx="182880" cy="1828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22208" y="164592"/>
            <a:ext cx="182880" cy="1828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69096" y="164592"/>
            <a:ext cx="182880" cy="1828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 Tech Rangarajan Dr. Sagunthala R&amp;D Institute of Science and Technology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60934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71600" y="1956816"/>
            <a:ext cx="64008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11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10211CS224 / FULL STACK APPLICATION DEVELOPMENT (JAVA)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7200" y="23317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: MILESTONE PROJECT – 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30 – 03 – 2026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31546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Skill Learning Academy Marketplace with Secure Authentication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31520" y="361188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SDG: SDG 4 – Quality Education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0050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4163068"/>
            <a:ext cx="4162769" cy="479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SREE MANJUNATH REDDY– VTU25479 –  23UECS0261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0" y="40050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Handling Faculty: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42793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ANGELINE LYDIA</a:t>
            </a:r>
            <a:endParaRPr lang="en-US" sz="1150" dirty="0"/>
          </a:p>
        </p:txBody>
      </p:sp>
      <p:sp>
        <p:nvSpPr>
          <p:cNvPr id="20" name="Circle: Hollow 19">
            <a:extLst>
              <a:ext uri="{FF2B5EF4-FFF2-40B4-BE49-F238E27FC236}">
                <a16:creationId xmlns:a16="http://schemas.microsoft.com/office/drawing/2014/main" id="{E374B611-8EB2-2F69-4747-BE10AE035AEE}"/>
              </a:ext>
            </a:extLst>
          </p:cNvPr>
          <p:cNvSpPr/>
          <p:nvPr/>
        </p:nvSpPr>
        <p:spPr>
          <a:xfrm>
            <a:off x="7559040" y="3111325"/>
            <a:ext cx="3741420" cy="4084320"/>
          </a:xfrm>
          <a:prstGeom prst="donut">
            <a:avLst>
              <a:gd name="adj" fmla="val 6215"/>
            </a:avLst>
          </a:prstGeom>
          <a:solidFill>
            <a:srgbClr val="F8DDC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Circle: Hollow 20">
            <a:extLst>
              <a:ext uri="{FF2B5EF4-FFF2-40B4-BE49-F238E27FC236}">
                <a16:creationId xmlns:a16="http://schemas.microsoft.com/office/drawing/2014/main" id="{A412A2CD-0A38-AE6D-8D21-ADBE35931CD1}"/>
              </a:ext>
            </a:extLst>
          </p:cNvPr>
          <p:cNvSpPr/>
          <p:nvPr/>
        </p:nvSpPr>
        <p:spPr>
          <a:xfrm>
            <a:off x="-2019300" y="-1670304"/>
            <a:ext cx="3741420" cy="4084320"/>
          </a:xfrm>
          <a:prstGeom prst="donut">
            <a:avLst>
              <a:gd name="adj" fmla="val 6215"/>
            </a:avLst>
          </a:prstGeom>
          <a:solidFill>
            <a:srgbClr val="F8DDC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F05AA16-3E0D-4760-15DC-815FE2F96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9946" y="97080"/>
            <a:ext cx="2978347" cy="8527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ircle: Hollow 25">
            <a:extLst>
              <a:ext uri="{FF2B5EF4-FFF2-40B4-BE49-F238E27FC236}">
                <a16:creationId xmlns:a16="http://schemas.microsoft.com/office/drawing/2014/main" id="{1F12F9C5-F85B-AE55-F533-E9BFAD7B675A}"/>
              </a:ext>
            </a:extLst>
          </p:cNvPr>
          <p:cNvSpPr/>
          <p:nvPr/>
        </p:nvSpPr>
        <p:spPr>
          <a:xfrm>
            <a:off x="7559040" y="800100"/>
            <a:ext cx="3741420" cy="4084320"/>
          </a:xfrm>
          <a:prstGeom prst="donut">
            <a:avLst>
              <a:gd name="adj" fmla="val 6215"/>
            </a:avLst>
          </a:prstGeom>
          <a:solidFill>
            <a:srgbClr val="F8DDC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Shape 0"/>
          <p:cNvSpPr/>
          <p:nvPr/>
        </p:nvSpPr>
        <p:spPr>
          <a:xfrm>
            <a:off x="8275320" y="164592"/>
            <a:ext cx="182880" cy="1828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22208" y="164592"/>
            <a:ext cx="182880" cy="1828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69096" y="164592"/>
            <a:ext cx="182880" cy="1828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" y="804672"/>
            <a:ext cx="384048" cy="38404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" y="8229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0584" y="12618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" y="12801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" y="17190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" y="17373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0584" y="21762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" y="21945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" y="26334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" y="26517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0584" y="30906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" y="31089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0584" y="35478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" y="35661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0584" y="40050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" y="40233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0584" y="44622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" y="44805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" y="91440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713232" y="822960"/>
            <a:ext cx="80467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SkillAcademy is a full-stack web-based online learning marketplace built using PHP, MySQL, HTML5, CSS3, and JavaScript, hosted on a local XAMPP server.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 platform connects learners who want to develop new skills with instructors who want to share their expertise through structured courses.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Existing learning resources online are fragmented and hard to navigate — SkillAcademy brings them together into one simple, organised platform.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 system supports three user roles — Admin, Instructor, and Student — each with their own access and functionality.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Students can browse courses across 6 categories, view course details, enroll with one click, and track their learning from a personal dashboard.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 project is built as a Milestone 1 prototype demonstrating core functionality: authentication, course listing, enrollment, and a basic dashboard.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It directly supports SDG 4 (Quality Education) by making structured learning freely accessible to anyone with internet access.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ircle: Hollow 25">
            <a:extLst>
              <a:ext uri="{FF2B5EF4-FFF2-40B4-BE49-F238E27FC236}">
                <a16:creationId xmlns:a16="http://schemas.microsoft.com/office/drawing/2014/main" id="{B06A14BA-60CC-FBB8-C4E8-C6FDF542058E}"/>
              </a:ext>
            </a:extLst>
          </p:cNvPr>
          <p:cNvSpPr/>
          <p:nvPr/>
        </p:nvSpPr>
        <p:spPr>
          <a:xfrm>
            <a:off x="7559040" y="800100"/>
            <a:ext cx="3741420" cy="4084320"/>
          </a:xfrm>
          <a:prstGeom prst="donut">
            <a:avLst>
              <a:gd name="adj" fmla="val 6215"/>
            </a:avLst>
          </a:prstGeom>
          <a:solidFill>
            <a:srgbClr val="F8DDC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Shape 0"/>
          <p:cNvSpPr/>
          <p:nvPr/>
        </p:nvSpPr>
        <p:spPr>
          <a:xfrm>
            <a:off x="8275320" y="164592"/>
            <a:ext cx="182880" cy="1828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22208" y="164592"/>
            <a:ext cx="182880" cy="1828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69096" y="164592"/>
            <a:ext cx="182880" cy="1828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" y="8046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" y="8229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0584" y="1261872"/>
            <a:ext cx="384048" cy="38404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" y="12801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" y="17190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" y="17373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0584" y="21762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" y="21945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" y="26334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" y="26517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0584" y="30906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" y="31089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0584" y="35478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" y="35661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0584" y="40050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" y="40233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0584" y="44622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" y="44805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" y="91440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713232" y="822960"/>
            <a:ext cx="80467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Learners who want to improve their skills have no single, easy-to-use platform to find, enroll in, and track structured courses.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Most existing systems are either too complex, too expensive, or require separate tools for browsing, enrolling, and tracking progress.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Instructors have no simple way to list and manage their courses without technical expertise or costly infrastructure.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There is no unified role-based system where students, instructors, and admins can each perform their tasks from one platform.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Manual enrollment and tracking processes lead to disorganised records and poor learning outcomes.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SkillAcademy solves this by providing a straightforward PHP/MySQL web application that automates user registration, course browsing, enrollment, and dashboard tracking.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Circle: Hollow 32">
            <a:extLst>
              <a:ext uri="{FF2B5EF4-FFF2-40B4-BE49-F238E27FC236}">
                <a16:creationId xmlns:a16="http://schemas.microsoft.com/office/drawing/2014/main" id="{922598DE-1742-928B-57CC-BFA6ECEF522C}"/>
              </a:ext>
            </a:extLst>
          </p:cNvPr>
          <p:cNvSpPr/>
          <p:nvPr/>
        </p:nvSpPr>
        <p:spPr>
          <a:xfrm>
            <a:off x="7559040" y="800100"/>
            <a:ext cx="3741420" cy="4084320"/>
          </a:xfrm>
          <a:prstGeom prst="donut">
            <a:avLst>
              <a:gd name="adj" fmla="val 6215"/>
            </a:avLst>
          </a:prstGeom>
          <a:solidFill>
            <a:srgbClr val="F8DDC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Shape 0"/>
          <p:cNvSpPr/>
          <p:nvPr/>
        </p:nvSpPr>
        <p:spPr>
          <a:xfrm>
            <a:off x="8275320" y="164592"/>
            <a:ext cx="182880" cy="1828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22208" y="164592"/>
            <a:ext cx="182880" cy="1828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69096" y="164592"/>
            <a:ext cx="182880" cy="1828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" y="8046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" y="8229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0584" y="12618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" y="12801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" y="1719072"/>
            <a:ext cx="384048" cy="38404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" y="17373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0584" y="21762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" y="21945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" y="26334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" y="26517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0584" y="30906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" y="31089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0584" y="35478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" y="35661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0584" y="40050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" y="40233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0584" y="44622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" y="44805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" y="91440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621792" y="914400"/>
            <a:ext cx="7955280" cy="1417320"/>
          </a:xfrm>
          <a:prstGeom prst="rect">
            <a:avLst/>
          </a:prstGeom>
          <a:solidFill>
            <a:srgbClr val="EEF2FF"/>
          </a:solidFill>
          <a:ln w="19050">
            <a:solidFill>
              <a:srgbClr val="C5CA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" y="914400"/>
            <a:ext cx="109728" cy="14173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9601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" y="1234440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and develop a role-based online learning platform using PHP and MySQL where students can register, browse courses, and enroll — while instructors can manage their published courses — all from a clean, simple web interface.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1792" y="2514600"/>
            <a:ext cx="7955280" cy="1417320"/>
          </a:xfrm>
          <a:prstGeom prst="rect">
            <a:avLst/>
          </a:prstGeom>
          <a:solidFill>
            <a:srgbClr val="FFF3E0"/>
          </a:solidFill>
          <a:ln w="19050">
            <a:solidFill>
              <a:srgbClr val="FFCC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" y="2514600"/>
            <a:ext cx="109728" cy="14173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25603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2960" y="2834640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implement a secure PHP backend with session-based authentication, a 6-table MySQL database, and a basic student dashboard that displays enrolled courses and simple learning statistics.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ircle: Hollow 25">
            <a:extLst>
              <a:ext uri="{FF2B5EF4-FFF2-40B4-BE49-F238E27FC236}">
                <a16:creationId xmlns:a16="http://schemas.microsoft.com/office/drawing/2014/main" id="{EC297612-9955-1890-0143-A549E7C18074}"/>
              </a:ext>
            </a:extLst>
          </p:cNvPr>
          <p:cNvSpPr/>
          <p:nvPr/>
        </p:nvSpPr>
        <p:spPr>
          <a:xfrm>
            <a:off x="7559040" y="800100"/>
            <a:ext cx="3741420" cy="4084320"/>
          </a:xfrm>
          <a:prstGeom prst="donut">
            <a:avLst>
              <a:gd name="adj" fmla="val 6215"/>
            </a:avLst>
          </a:prstGeom>
          <a:solidFill>
            <a:srgbClr val="F8DDC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Shape 0"/>
          <p:cNvSpPr/>
          <p:nvPr/>
        </p:nvSpPr>
        <p:spPr>
          <a:xfrm>
            <a:off x="8275320" y="164592"/>
            <a:ext cx="182880" cy="1828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22208" y="164592"/>
            <a:ext cx="182880" cy="1828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69096" y="164592"/>
            <a:ext cx="182880" cy="1828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" y="8046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" y="8229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0584" y="12618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" y="12801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" y="17190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" y="17373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0584" y="2176272"/>
            <a:ext cx="384048" cy="38404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" y="21945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" y="26334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" y="26517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0584" y="30906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" y="31089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0584" y="35478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" y="35661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0584" y="40050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" y="40233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0584" y="44622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" y="44805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" y="91440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713232" y="804672"/>
            <a:ext cx="804672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SkillAcademy is a multi-role web application where students can discover and enroll in courses, and instructors can publish and manage their content.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 system uses a clean PHP backend with a 6-table MySQL database covering users, categories, courses, enrollments, reviews, and contact messages.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Students get a personal dashboard that shows their enrolled courses, basic progress stats, and course recommendations.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Course browsing includes search by keyword, filter by category and level, giving students an easy way to find relevant content.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Enrollment is a single click — the system checks authentication, records the enrollment, and reflects it instantly on the dashboard.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Secure session-based login protects all user data, with password hashing and basic rate-limiting to prevent misuse.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 entire application runs on XAMPP (Apache + PHP + MySQL) — free, open-source, and easy to set up on any local machine.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182880" cy="1828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22208" y="164592"/>
            <a:ext cx="182880" cy="1828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69096" y="164592"/>
            <a:ext cx="182880" cy="1828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" y="8046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" y="8229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0584" y="12618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" y="12801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0584" y="17190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" y="17373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" y="21762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" y="21945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584" y="2633472"/>
            <a:ext cx="384048" cy="38404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" y="26517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0584" y="30906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" y="31089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0584" y="35478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" y="35661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0584" y="40050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" y="40233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0584" y="44622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" y="44805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" y="91440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ARCHITECTURE</a:t>
            </a:r>
            <a:endParaRPr lang="en-US" sz="2800" dirty="0"/>
          </a:p>
        </p:txBody>
      </p:sp>
      <p:pic>
        <p:nvPicPr>
          <p:cNvPr id="62" name="Picture 61" descr="ChatGPT Image Mar 8, 2026, 04_17_34 PM">
            <a:extLst>
              <a:ext uri="{FF2B5EF4-FFF2-40B4-BE49-F238E27FC236}">
                <a16:creationId xmlns:a16="http://schemas.microsoft.com/office/drawing/2014/main" id="{1F654641-B7E8-415F-A92B-6103A5CF2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118" y="780161"/>
            <a:ext cx="6109748" cy="37066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182880" cy="1828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22208" y="164592"/>
            <a:ext cx="182880" cy="1828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69096" y="164592"/>
            <a:ext cx="182880" cy="1828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" y="8046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" y="8229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0584" y="12618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" y="12801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0584" y="17190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" y="17373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" y="21762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" y="21945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584" y="26334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" y="26517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0584" y="3090672"/>
            <a:ext cx="384048" cy="38404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" y="31089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0584" y="35478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" y="35661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0584" y="40050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" y="40233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0584" y="44622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" y="44805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" y="91440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594360" y="1005840"/>
            <a:ext cx="2468880" cy="1737360"/>
          </a:xfrm>
          <a:prstGeom prst="rect">
            <a:avLst/>
          </a:prstGeom>
          <a:solidFill>
            <a:srgbClr val="F7F7F7"/>
          </a:solidFill>
          <a:ln w="25400">
            <a:solidFill>
              <a:srgbClr val="1565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4088" y="1115568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52728" y="1115568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4088" y="1664208"/>
            <a:ext cx="22494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signs up as Student or Instructor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108960" y="16916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383280" y="1005840"/>
            <a:ext cx="2468880" cy="1737360"/>
          </a:xfrm>
          <a:prstGeom prst="rect">
            <a:avLst/>
          </a:prstGeom>
          <a:solidFill>
            <a:srgbClr val="F7F7F7"/>
          </a:solidFill>
          <a:ln w="25400">
            <a:solidFill>
              <a:srgbClr val="E651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93008" y="1115568"/>
            <a:ext cx="457200" cy="45720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93008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041648" y="1115568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493008" y="1664208"/>
            <a:ext cx="22494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authentication via PHP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897880" y="16916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72200" y="1005840"/>
            <a:ext cx="2468880" cy="1737360"/>
          </a:xfrm>
          <a:prstGeom prst="rect">
            <a:avLst/>
          </a:prstGeom>
          <a:solidFill>
            <a:srgbClr val="F7F7F7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81928" y="1115568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81928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830568" y="1115568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Courses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281928" y="1664208"/>
            <a:ext cx="22494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filter by category / level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94360" y="3108960"/>
            <a:ext cx="2468880" cy="1737360"/>
          </a:xfrm>
          <a:prstGeom prst="rect">
            <a:avLst/>
          </a:prstGeom>
          <a:solidFill>
            <a:srgbClr val="F7F7F7"/>
          </a:solidFill>
          <a:ln w="25400">
            <a:solidFill>
              <a:srgbClr val="6A1B9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04088" y="3218688"/>
            <a:ext cx="457200" cy="45720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4088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252728" y="3218688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Detail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04088" y="3767328"/>
            <a:ext cx="22494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info, instructor, student reviews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108960" y="37947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383280" y="3108960"/>
            <a:ext cx="2468880" cy="1737360"/>
          </a:xfrm>
          <a:prstGeom prst="rect">
            <a:avLst/>
          </a:prstGeom>
          <a:solidFill>
            <a:srgbClr val="F7F7F7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493008" y="3218688"/>
            <a:ext cx="457200" cy="45720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93008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041648" y="3218688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3493008" y="3767328"/>
            <a:ext cx="22494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enroll, saved to DB instantly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897880" y="37947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172200" y="3108960"/>
            <a:ext cx="2468880" cy="1737360"/>
          </a:xfrm>
          <a:prstGeom prst="rect">
            <a:avLst/>
          </a:prstGeom>
          <a:solidFill>
            <a:srgbClr val="F7F7F7"/>
          </a:solidFill>
          <a:ln w="25400">
            <a:solidFill>
              <a:srgbClr val="00838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81928" y="3218688"/>
            <a:ext cx="457200" cy="45720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81928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830568" y="3218688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6281928" y="3767328"/>
            <a:ext cx="22494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enrolled courses and basic stats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ircle: Hollow 39">
            <a:extLst>
              <a:ext uri="{FF2B5EF4-FFF2-40B4-BE49-F238E27FC236}">
                <a16:creationId xmlns:a16="http://schemas.microsoft.com/office/drawing/2014/main" id="{A4EABECD-6163-E1FB-D58A-CFA63573FA84}"/>
              </a:ext>
            </a:extLst>
          </p:cNvPr>
          <p:cNvSpPr/>
          <p:nvPr/>
        </p:nvSpPr>
        <p:spPr>
          <a:xfrm>
            <a:off x="7559040" y="800100"/>
            <a:ext cx="3741420" cy="4084320"/>
          </a:xfrm>
          <a:prstGeom prst="donut">
            <a:avLst>
              <a:gd name="adj" fmla="val 6215"/>
            </a:avLst>
          </a:prstGeom>
          <a:solidFill>
            <a:srgbClr val="F8DDC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Shape 0"/>
          <p:cNvSpPr/>
          <p:nvPr/>
        </p:nvSpPr>
        <p:spPr>
          <a:xfrm>
            <a:off x="8275320" y="164592"/>
            <a:ext cx="182880" cy="1828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22208" y="164592"/>
            <a:ext cx="182880" cy="1828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69096" y="164592"/>
            <a:ext cx="182880" cy="1828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" y="8046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" y="8229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0584" y="12618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" y="12801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" y="17190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" y="17373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0584" y="21762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" y="21945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" y="26334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" y="26517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0584" y="30906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" y="31089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0584" y="3547872"/>
            <a:ext cx="384048" cy="38404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" y="35661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0584" y="40050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" y="40233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0584" y="44622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" y="44805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" y="91440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621792" y="914400"/>
            <a:ext cx="795528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" y="914400"/>
            <a:ext cx="91440" cy="6217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914400"/>
            <a:ext cx="7589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</a:t>
            </a: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CSS3, JavaScript (ES6) – clean responsive UI with no external frameworks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1792" y="1664208"/>
            <a:ext cx="7955280" cy="621792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" y="1664208"/>
            <a:ext cx="91440" cy="6217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1664208"/>
            <a:ext cx="7589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</a:t>
            </a: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 – custom session-based authentication and API endpoints using PDO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1792" y="2414016"/>
            <a:ext cx="795528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" y="2414016"/>
            <a:ext cx="91440" cy="6217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" y="2414016"/>
            <a:ext cx="7589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</a:t>
            </a: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– 6 tables: users, categories, courses, enrollments, reviews, contact_messages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21792" y="3163824"/>
            <a:ext cx="7955280" cy="621792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1792" y="3163824"/>
            <a:ext cx="91440" cy="6217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4672" y="3163824"/>
            <a:ext cx="7589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XAMPP (Apache + MySQL), </a:t>
            </a:r>
            <a:r>
              <a:rPr lang="en-US" sz="1300" dirty="0" err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Pycharm</a:t>
            </a: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phpMyAdmin, Git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21792" y="3913632"/>
            <a:ext cx="795528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1792" y="3913632"/>
            <a:ext cx="91440" cy="62179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4672" y="3913632"/>
            <a:ext cx="7589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/ Software Requirements: </a:t>
            </a: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PC running Windows / macOS / Linux with XAMPP 8.x installed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182880" cy="1828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22208" y="164592"/>
            <a:ext cx="182880" cy="1828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69096" y="164592"/>
            <a:ext cx="182880" cy="1828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" y="8046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" y="8229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0584" y="12618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" y="12801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0584" y="17190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" y="17373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" y="21762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" y="21945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584" y="26334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" y="26517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0584" y="30906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" y="31089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0584" y="35478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" y="35661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0584" y="4005072"/>
            <a:ext cx="384048" cy="38404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" y="40233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0584" y="44622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" y="44805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" y="91440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DESCRIPTION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594360" y="804672"/>
            <a:ext cx="4069080" cy="192024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4088" y="914400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" y="914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216152" y="896112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 Module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04088" y="1399032"/>
            <a:ext cx="384962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registration, login, and logout using PHP sessions. Passwords are hashed with bcrypt. Includes basic rate-limiting and role-based redirects for Student, Instructor, and Admin.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94360" y="2953512"/>
            <a:ext cx="4069080" cy="192024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4088" y="3063240"/>
            <a:ext cx="411480" cy="4114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216152" y="3044952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Management Module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04088" y="3547872"/>
            <a:ext cx="384962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endpoints serve course listings with keyword search and filters (category, level). Courses are stored in MySQL and displayed dynamically on the courses page.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937760" y="804672"/>
            <a:ext cx="4069080" cy="192024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47488" y="914400"/>
            <a:ext cx="411480" cy="4114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47488" y="914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559552" y="896112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Module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047488" y="1399032"/>
            <a:ext cx="384962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 enroll in a course with one click. The system checks for duplicate enrollments, records the entry in the enrollments table, and updates the student count on the course.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937760" y="2953512"/>
            <a:ext cx="4069080" cy="1920240"/>
          </a:xfrm>
          <a:prstGeom prst="rect">
            <a:avLst/>
          </a:prstGeom>
          <a:solidFill>
            <a:srgbClr val="F3E5F5"/>
          </a:solidFill>
          <a:ln w="19050">
            <a:solidFill>
              <a:srgbClr val="6A1B9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47488" y="3063240"/>
            <a:ext cx="411480" cy="41148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47488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559552" y="3044952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Dashboard Module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5047488" y="3547872"/>
            <a:ext cx="384962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a summary of enrolled courses, basic stats (total enrolled, in-progress), and course recommendations for courses not yet enrolled in.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182880" cy="1828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22208" y="164592"/>
            <a:ext cx="182880" cy="1828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69096" y="164592"/>
            <a:ext cx="182880" cy="1828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" y="8046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" y="8229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0584" y="12618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" y="12801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0584" y="17190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" y="17373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" y="21762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" y="21945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584" y="26334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" y="26517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0584" y="30906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" y="31089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0584" y="35478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" y="35661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0584" y="40050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" y="40233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0584" y="4462272"/>
            <a:ext cx="384048" cy="38404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" y="44805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" y="91440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SCREENSHOTS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594360" y="822960"/>
            <a:ext cx="4069080" cy="3977640"/>
          </a:xfrm>
          <a:prstGeom prst="rect">
            <a:avLst/>
          </a:prstGeom>
          <a:solidFill>
            <a:srgbClr val="F0F4FF"/>
          </a:solidFill>
          <a:ln w="19050">
            <a:solidFill>
              <a:srgbClr val="C5CA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0666" y="932688"/>
            <a:ext cx="3849624" cy="2377440"/>
          </a:xfrm>
          <a:prstGeom prst="rect">
            <a:avLst/>
          </a:prstGeom>
          <a:solidFill>
            <a:srgbClr val="D0D9F5"/>
          </a:solidFill>
          <a:ln w="12700">
            <a:solidFill>
              <a:srgbClr val="9FA8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" y="932688"/>
            <a:ext cx="3849624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98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Placeholder]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4360" y="3429000"/>
            <a:ext cx="4069080" cy="34747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342900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 (index.php)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4088" y="3822192"/>
            <a:ext cx="38496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section with category pills, featured course grid, and Why SkillAcademy features. Fully responsive, clean blue/white design.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0" y="822960"/>
            <a:ext cx="4069080" cy="3977640"/>
          </a:xfrm>
          <a:prstGeom prst="rect">
            <a:avLst/>
          </a:prstGeom>
          <a:solidFill>
            <a:srgbClr val="F0F4FF"/>
          </a:solidFill>
          <a:ln w="19050">
            <a:solidFill>
              <a:srgbClr val="C5CAE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47488" y="932688"/>
            <a:ext cx="3849624" cy="2377440"/>
          </a:xfrm>
          <a:prstGeom prst="rect">
            <a:avLst/>
          </a:prstGeom>
          <a:solidFill>
            <a:srgbClr val="D0D9F5"/>
          </a:solidFill>
          <a:ln w="12700">
            <a:solidFill>
              <a:srgbClr val="9FA8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47488" y="932688"/>
            <a:ext cx="3849624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98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Placeholder]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937760" y="3429000"/>
            <a:ext cx="4069080" cy="34747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342900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Page (courses.php)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47488" y="3822192"/>
            <a:ext cx="38496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courses shown as cards with keyword search, level filter, category filter, and category pills for one-click browsing.</a:t>
            </a:r>
            <a:endParaRPr lang="en-US" sz="11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C492E943-3803-42CC-A672-75A57564C5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6" y="932688"/>
            <a:ext cx="3849624" cy="237744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53E1BA34-F192-414D-BEB8-FE852E75CE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932688"/>
            <a:ext cx="3849624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182880" cy="1828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22208" y="164592"/>
            <a:ext cx="182880" cy="1828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69096" y="164592"/>
            <a:ext cx="182880" cy="1828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" y="8046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" y="8229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0584" y="12618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" y="12801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0584" y="17190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" y="17373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" y="21762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" y="21945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584" y="26334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" y="26517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0584" y="30906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" y="31089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0584" y="35478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" y="35661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0584" y="40050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" y="40233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0584" y="4462272"/>
            <a:ext cx="384048" cy="38404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" y="44805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" y="91440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SCREENSHOTS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594360" y="822960"/>
            <a:ext cx="4069080" cy="3977640"/>
          </a:xfrm>
          <a:prstGeom prst="rect">
            <a:avLst/>
          </a:prstGeom>
          <a:solidFill>
            <a:srgbClr val="FFF3E0"/>
          </a:solidFill>
          <a:ln w="19050">
            <a:solidFill>
              <a:srgbClr val="FFCC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4088" y="932688"/>
            <a:ext cx="3849624" cy="2377440"/>
          </a:xfrm>
          <a:prstGeom prst="rect">
            <a:avLst/>
          </a:prstGeom>
          <a:solidFill>
            <a:srgbClr val="FFE0B2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" y="932688"/>
            <a:ext cx="3849624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Placeholder]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4360" y="3429000"/>
            <a:ext cx="4069080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342900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 (login.php)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4088" y="3822192"/>
            <a:ext cx="38496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sign-in form with password toggle, demo credential hint box, and redirect to dashboard on successful authentication.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0" y="822960"/>
            <a:ext cx="4069080" cy="3977640"/>
          </a:xfrm>
          <a:prstGeom prst="rect">
            <a:avLst/>
          </a:prstGeom>
          <a:solidFill>
            <a:srgbClr val="FFF3E0"/>
          </a:solidFill>
          <a:ln w="19050">
            <a:solidFill>
              <a:srgbClr val="FFCC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47488" y="932688"/>
            <a:ext cx="3849624" cy="2377440"/>
          </a:xfrm>
          <a:prstGeom prst="rect">
            <a:avLst/>
          </a:prstGeom>
          <a:solidFill>
            <a:srgbClr val="FFE0B2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47488" y="932688"/>
            <a:ext cx="3849624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Placeholder]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937760" y="3429000"/>
            <a:ext cx="4069080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342900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Page (register.php)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47488" y="3822192"/>
            <a:ext cx="38496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creation form with name, email, role selector (Student/Instructor), password with confirmation, and validation.</a:t>
            </a:r>
            <a:endParaRPr lang="en-US" sz="11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6CF4C351-D09E-4EE4-917B-B8B08F9160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932688"/>
            <a:ext cx="3849624" cy="237744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EC2755AB-34B7-4880-BCB0-45D02E6B7F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932688"/>
            <a:ext cx="3849624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182880" cy="1828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22208" y="164592"/>
            <a:ext cx="182880" cy="1828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69096" y="164592"/>
            <a:ext cx="182880" cy="1828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" y="8046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" y="8229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0584" y="12618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" y="12801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0584" y="17190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" y="17373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" y="21762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" y="21945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584" y="26334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" y="26517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0584" y="30906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" y="31089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0584" y="35478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" y="35661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0584" y="40050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" y="40233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0584" y="4462272"/>
            <a:ext cx="384048" cy="38404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" y="44805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" y="91440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SCREENSHOTS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594360" y="822960"/>
            <a:ext cx="4069080" cy="3977640"/>
          </a:xfrm>
          <a:prstGeom prst="rect">
            <a:avLst/>
          </a:prstGeom>
          <a:solidFill>
            <a:srgbClr val="E8F5E9"/>
          </a:solidFill>
          <a:ln w="19050">
            <a:solidFill>
              <a:srgbClr val="388E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4088" y="932688"/>
            <a:ext cx="3849624" cy="2377440"/>
          </a:xfrm>
          <a:prstGeom prst="rect">
            <a:avLst/>
          </a:prstGeom>
          <a:solidFill>
            <a:srgbClr val="C8E6C9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" y="932688"/>
            <a:ext cx="3849624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Placeholder]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4360" y="3429000"/>
            <a:ext cx="406908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342900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(dashboard.php)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4088" y="3822192"/>
            <a:ext cx="38496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 header, 3 stat cards (enrolled/completed/in-progress), enrolled course list, and recommended courses section.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0" y="822960"/>
            <a:ext cx="4069080" cy="3977640"/>
          </a:xfrm>
          <a:prstGeom prst="rect">
            <a:avLst/>
          </a:prstGeom>
          <a:solidFill>
            <a:srgbClr val="F3E5F5"/>
          </a:solidFill>
          <a:ln w="19050">
            <a:solidFill>
              <a:srgbClr val="8E24A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47488" y="932688"/>
            <a:ext cx="3849624" cy="2377440"/>
          </a:xfrm>
          <a:prstGeom prst="rect">
            <a:avLst/>
          </a:prstGeom>
          <a:solidFill>
            <a:srgbClr val="E1BEE7"/>
          </a:solidFill>
          <a:ln w="12700">
            <a:solidFill>
              <a:srgbClr val="8E24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47488" y="932688"/>
            <a:ext cx="3849624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E2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Placeholder]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937760" y="3429000"/>
            <a:ext cx="4069080" cy="3474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342900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Detail (course-detail.php)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47488" y="3822192"/>
            <a:ext cx="38496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hero, details table, about the instructor, student reviews, and sticky enroll card with one-click enrollment.</a:t>
            </a:r>
            <a:endParaRPr lang="en-US" sz="11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F4038871-B997-4F8F-AE0A-CC3625FE4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942340"/>
            <a:ext cx="3849624" cy="237744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8EEB509E-E212-4719-84CC-F36C8DF56C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932688"/>
            <a:ext cx="3849624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164592"/>
            <a:ext cx="182880" cy="1828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22208" y="164592"/>
            <a:ext cx="182880" cy="1828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69096" y="164592"/>
            <a:ext cx="182880" cy="1828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" y="8046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" y="8229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0584" y="12618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" y="12801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0584" y="17190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" y="17373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" y="21762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" y="21945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584" y="26334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" y="26517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0584" y="30906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" y="31089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0584" y="35478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" y="35661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0584" y="400507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" y="40233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0584" y="4462272"/>
            <a:ext cx="384048" cy="38404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" y="448056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" y="91440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LIMITATIONS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594360" y="822960"/>
            <a:ext cx="4069080" cy="4389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822960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ADVANTAGES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4360" y="1298448"/>
            <a:ext cx="4069080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1298448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Clean, simple UI suitable for students and first-time users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94360" y="1892808"/>
            <a:ext cx="4069080" cy="530352"/>
          </a:xfrm>
          <a:prstGeom prst="rect">
            <a:avLst/>
          </a:prstGeom>
          <a:solidFill>
            <a:srgbClr val="F1FAF2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1892808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Secure login with bcrypt password hashing and rate-limited login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94360" y="2487168"/>
            <a:ext cx="4069080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2487168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Role-based access — Student, Instructor, and Admin accounts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94360" y="3081528"/>
            <a:ext cx="4069080" cy="530352"/>
          </a:xfrm>
          <a:prstGeom prst="rect">
            <a:avLst/>
          </a:prstGeom>
          <a:solidFill>
            <a:srgbClr val="F1FAF2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3081528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Course search and filter by keyword, category, and level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94360" y="3675888"/>
            <a:ext cx="4069080" cy="530352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3675888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One-click enrollment with dashboard progress tracking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94360" y="4270248"/>
            <a:ext cx="4069080" cy="530352"/>
          </a:xfrm>
          <a:prstGeom prst="rect">
            <a:avLst/>
          </a:prstGeom>
          <a:solidFill>
            <a:srgbClr val="F1FAF2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4270248"/>
            <a:ext cx="3886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Lightweight stack — runs on free XAMPP, no paid services needed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846320" y="822960"/>
            <a:ext cx="3977640" cy="43891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822960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LIMITATIONS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846320" y="1298448"/>
            <a:ext cx="3977640" cy="530352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0" y="1298448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 payment gateway — all courses are currently free only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846320" y="1892808"/>
            <a:ext cx="3977640" cy="530352"/>
          </a:xfrm>
          <a:prstGeom prst="rect">
            <a:avLst/>
          </a:prstGeom>
          <a:solidFill>
            <a:srgbClr val="FFF5F6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0" y="1892808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Video content not supported; courses are text-description only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846320" y="2487168"/>
            <a:ext cx="3977640" cy="530352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37760" y="2487168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 mobile app — web platform only (though UI is responsive)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4846320" y="3081528"/>
            <a:ext cx="3977640" cy="530352"/>
          </a:xfrm>
          <a:prstGeom prst="rect">
            <a:avLst/>
          </a:prstGeom>
          <a:solidFill>
            <a:srgbClr val="FFF5F6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37760" y="3081528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 real-time features; page must be refreshed for updates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846320" y="3675888"/>
            <a:ext cx="3977640" cy="530352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37760" y="3675888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Certificate generation not yet implemented in this milestone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8275320" y="164592"/>
            <a:ext cx="182880" cy="1828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22208" y="164592"/>
            <a:ext cx="182880" cy="1828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69096" y="164592"/>
            <a:ext cx="182880" cy="18288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4592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i="1" dirty="0">
                <a:solidFill>
                  <a:srgbClr val="21212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Thank you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1369</Words>
  <Application>Microsoft Office PowerPoint</Application>
  <PresentationFormat>On-screen Show (16:9)</PresentationFormat>
  <Paragraphs>241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HP</cp:lastModifiedBy>
  <cp:revision>7</cp:revision>
  <dcterms:created xsi:type="dcterms:W3CDTF">2026-03-22T17:04:45Z</dcterms:created>
  <dcterms:modified xsi:type="dcterms:W3CDTF">2026-03-30T04:46:16Z</dcterms:modified>
</cp:coreProperties>
</file>